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3.3B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GPT-2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40B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LLaMA-2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